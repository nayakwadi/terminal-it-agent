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56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ITOpsOrchestrator High Level POC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0" y="5394960"/>
            <a:ext cx="12161520" cy="457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ITOpsOrchestrator does, and why this use case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F4F8FC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ITOpsOrchestrator solves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policy and technical enforcement drift apart over time.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says X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(Dropbox is approved cloud storage).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Zscaler does Y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(silently blocks Dropbox after a recategorization). No human catches the disagreement because nobody owns both layers.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 of drift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Cross-domain conflict.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technical control disagree (e.g., SharePoint vs Zscaler).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Intra-document conflict.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written policies contradict (encryption strength, retention).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Real-time drift.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infra change violates the policy after the fact (Config events).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narrowed to four AWS-only use cases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848745"/>
              </p:ext>
            </p:extLst>
          </p:nvPr>
        </p:nvGraphicFramePr>
        <p:xfrm>
          <a:off x="6217920" y="1691640"/>
          <a:ext cx="5486400" cy="19202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detects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Cross Domain Policy Conflicts.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 exposure + context-aware 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Demo2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SG-vs-NACL reachability conflict (Reach. Analyzer)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peering route asymmetry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ITOpsOrchestrator UC-02  ·  Engineering review  ·  15 May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Direct Calls to Model</a:t>
            </a:r>
            <a:endParaRPr lang="en-US" sz="3000" dirty="0"/>
          </a:p>
        </p:txBody>
      </p:sp>
      <p:pic>
        <p:nvPicPr>
          <p:cNvPr id="3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5" y="789353"/>
            <a:ext cx="10136555" cy="55723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793" y="149902"/>
            <a:ext cx="6408296" cy="42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flow: what scan actually does</a:t>
            </a:r>
            <a:endParaRPr lang="en-US" sz="3000" dirty="0"/>
          </a:p>
        </p:txBody>
      </p:sp>
      <p:pic>
        <p:nvPicPr>
          <p:cNvPr id="3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68" y="574040"/>
            <a:ext cx="10175631" cy="6029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DB23BD-7EA7-2898-788D-2D59C37BA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69" y="134470"/>
            <a:ext cx="8147309" cy="672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9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c01_seq" descr="Sequence diagram showing common preamble and three branch paths" title="UC-01 sequence">
            <a:extLst>
              <a:ext uri="{FF2B5EF4-FFF2-40B4-BE49-F238E27FC236}">
                <a16:creationId xmlns:a16="http://schemas.microsoft.com/office/drawing/2014/main" id="{F44E6DA3-D191-A4F2-836A-6DFD74EB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2153" y="15240"/>
            <a:ext cx="10245969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0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we hit (and what we learned)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cost real time tonight. Documenting so the next person skips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model access on a personal AWS account asks for company details.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is mandatory for Anthropic on Bedrock. Personal accounts don't have one. Fix: Anthropic API direct. Same model, same code, USE_ANTHROPIC_API=true.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Incoming Webhook connector was retired (late 2024-2025).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a Power Automate workflow accessed from inside Teams: channel &gt; three dots &gt; Workflows. Not from make.powerautomate.com (separate licensing on MSAs).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44952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44952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Workflows trigger schema is hardcoded and read-only.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5478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expects the full Bot Framework Adaptive Card envelope. Plain {"text": "..."} payloads return "flowbot adaptive card request is missing or invalid". The script sends the canonical envelope.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044952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3044952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1363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model snapshots move. claude-3-5-sonnet-20241022 returns 404.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5478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production model in May 2026: claude-sonnet-4-6. We made the model name an env var so future swaps don't need code edits.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81144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581144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672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672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202 (not 200) from the Teams workflow is success.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50840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the request was queued. If 202 returns but no card lands, look in the flow's run history. That is the diagnostic.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4581144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4581144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4672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4672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hard spend cap on AWS, only billing alerts.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50840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three thresholds before invoking Bedrock or any paid service: $5, $20, $50. Especially on a personal account.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ITOpsOrchestrator UC-02  ·  Engineering review  ·  15 May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1.5: what we ship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Lift to Lambda + API Gateway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Python, same prompt, same Adaptive Card payload. Behind an authenticated endpoint. Two-day swap, no rewrite. Adds DynamoDB for findings persistence.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0" y="13898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UC-01 (Terraform-vs-runtime drift)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tool: get_tf_baseline(state_uri). Reads .tfstate from S3, parses aws_security_group blocks, diffs against live config. Same orchestrator shape.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UC-03 + UC-04 (Reachability Analyzer)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tool. Step Functions Express workflow handles the 3-5 minute wait per analysis. $0.10 per analysis. Wrapped behind the same agent loop.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28529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Migrate to Bedrock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246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LM account has Claude model access. One env-var swap (USE_ANTHROPIC_API=false). No code change. Same model class.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ServiceNow + Jira fanout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workflow has named ticket projects. Idempotency by finding_id. ServiceNow for SecOps incidents, Jira for engineering follow-ups.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420624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43159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Simple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709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SPA + API Gateway + Cognito federated to IAM Identity Center. Findings list + detail view with evidence drill-down. Read-only for analysts.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solidFill>
            <a:srgbClr val="0F2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this team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for #1 (Lambda lift):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·  </a:t>
            </a:r>
            <a:r>
              <a:rPr lang="en-US" sz="1200" dirty="0">
                <a:solidFill>
                  <a:srgbClr val="A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for #2 (UC-01):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·  </a:t>
            </a:r>
            <a:r>
              <a:rPr lang="en-US" sz="1200" dirty="0">
                <a:solidFill>
                  <a:srgbClr val="A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AWS account for the team: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·  </a:t>
            </a:r>
            <a:r>
              <a:rPr lang="en-US" sz="1200" dirty="0">
                <a:solidFill>
                  <a:srgbClr val="A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rubric review: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off?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748</Words>
  <Application>Microsoft Macintosh PowerPoint</Application>
  <PresentationFormat>Widescreen</PresentationFormat>
  <Paragraphs>79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ITOpsOrchestrator UC-02 demo: engineering review</dc:title>
  <dc:subject>PptxGenJS Presentation</dc:subject>
  <dc:creator>Sri</dc:creator>
  <cp:lastModifiedBy>Sridhar Nayakwadi</cp:lastModifiedBy>
  <cp:revision>5</cp:revision>
  <dcterms:created xsi:type="dcterms:W3CDTF">2026-05-15T16:24:36Z</dcterms:created>
  <dcterms:modified xsi:type="dcterms:W3CDTF">2026-05-18T15:51:05Z</dcterms:modified>
</cp:coreProperties>
</file>